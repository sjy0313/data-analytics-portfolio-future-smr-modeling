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49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51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60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83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39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4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2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55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261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89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3198B-FC3C-47E1-BB1B-3B5F82BA70A8}" type="datetimeFigureOut">
              <a:rPr lang="ko-KR" altLang="en-US" smtClean="0"/>
              <a:t>2024-07-11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0703A-9A0C-475E-90B8-93D3B2AE7E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4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dss.moe.go.kr/inf/EdudataInfoRM.do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kess.kedi.re.kr/kessTheme/timeStats?itemCode=03&amp;uppCd1=&amp;menuId=m_02_03_02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프로젝트 기획서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330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6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09925" y="254308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최근 도시 양극화 문제에 대한 사회적 관심이 증대하고 있으나 주로 정성적인 측면에서 논의되고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기존 의 사회경제통계 자료 등을 대체하거나 보완하기 위한 데이터와 분석방법의 개발에 대한 노력은 아직 미흡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39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233362"/>
            <a:ext cx="1168717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5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66700"/>
            <a:ext cx="11906250" cy="667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3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09900" y="264786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사회경제환경의 변화 속도가 상 대적으로 빠른 우리나라의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실태를 보다 정확하게 반영하고 생활체감적인 분석결과를 도출하기 위해서는 기존의 사회경제 통계자료의 한계를 극복하는 새로운 빅데이터를 활용할 필요가 있음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30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67050" y="1655713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보통 사람들이 이주를 할 </a:t>
            </a:r>
            <a:r>
              <a:rPr lang="ko-KR" altLang="en-US" dirty="0" err="1" smtClean="0"/>
              <a:t>떄</a:t>
            </a:r>
            <a:r>
              <a:rPr lang="ko-KR" altLang="en-US" dirty="0" smtClean="0"/>
              <a:t> 6개월에서 많게는 1년전부터 </a:t>
            </a:r>
            <a:r>
              <a:rPr lang="ko-KR" altLang="en-US" dirty="0" err="1" smtClean="0"/>
              <a:t>이사계획을</a:t>
            </a:r>
            <a:r>
              <a:rPr lang="ko-KR" altLang="en-US" dirty="0" smtClean="0"/>
              <a:t> 잡는데 우리나라 같이 사회경제환경의 변화속도가 빠른 경우 실태를 보다 정확하게 반영하는? 생활체감적인 분석결과 도출이 필요한데 행정구역 단위로 구축되는 사회경제통계자료로만은 도시양극화의 구체적·동태적 변화를 파악하는 데 한계가 있기에 개인소득에 관한 금융 빅데이터와 공간적 빅데이터 등을 보다 적극적으로 활용할 필요가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481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992235" y="11486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보통 사람들이 이주를 할 때 6개월에서 많게는 1년전부터 </a:t>
            </a:r>
            <a:r>
              <a:rPr lang="ko-KR" altLang="en-US" dirty="0" err="1" smtClean="0"/>
              <a:t>이사계획을</a:t>
            </a:r>
            <a:r>
              <a:rPr lang="ko-KR" altLang="en-US" dirty="0" smtClean="0"/>
              <a:t> 잡는데 우리나라 같이 사회경제환경의 변화속도가 빠른 경우 실태를 보다 정확하게 반영하는? 생활체감적인 분석결과 도출이 필요한데 행정구역 단위로 구축되는 사회경제통계자료로만은 도시양극화의 구체적·동태적 변화를 파악하는 데 한계가 있기에 개인소득에 관한 금융 빅데이터와 공간적 빅데이터 등을 보다 적극적으로 활용할 필요가 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FMEA(Failure Mode Effect Analysis)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83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일반적으로 교육격차 논의의 주된 대상은 계층간</a:t>
            </a:r>
            <a:r>
              <a:rPr lang="en-US" altLang="ko-KR" dirty="0"/>
              <a:t>․</a:t>
            </a:r>
            <a:r>
              <a:rPr lang="ko-KR" altLang="en-US" dirty="0"/>
              <a:t>지역간 격차이다</a:t>
            </a:r>
            <a:r>
              <a:rPr lang="en-US" altLang="ko-KR" dirty="0"/>
              <a:t>. </a:t>
            </a:r>
            <a:r>
              <a:rPr lang="ko-KR" altLang="en-US" dirty="0"/>
              <a:t>계층 또는 부모의 사회경제적 지위와 자녀의 학업성취 사이에 강한 정적 상관이 있다는 것은 교육사회학의 오래된 명제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026133" y="5896094"/>
            <a:ext cx="43059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2"/>
              </a:rPr>
              <a:t>데이터소재정보</a:t>
            </a:r>
            <a:r>
              <a:rPr lang="en-US" altLang="ko-KR" dirty="0">
                <a:hlinkClick r:id="rId2"/>
              </a:rPr>
              <a:t>(API) | EDSS (moe.go.kr)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47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5869" y="61765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시도별 </a:t>
            </a:r>
            <a:r>
              <a:rPr lang="ko-KR" altLang="en-US" dirty="0" err="1" smtClean="0"/>
              <a:t>학교수</a:t>
            </a:r>
            <a:r>
              <a:rPr lang="ko-KR" altLang="en-US" dirty="0" smtClean="0"/>
              <a:t> </a:t>
            </a:r>
            <a:r>
              <a:rPr lang="en-US" altLang="ko-KR" dirty="0" smtClean="0"/>
              <a:t>1965~2023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45869" y="1149526"/>
            <a:ext cx="4342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>
                <a:hlinkClick r:id="rId2"/>
              </a:rPr>
              <a:t>시계열통계ㅣ교육통계서비스</a:t>
            </a:r>
            <a:r>
              <a:rPr lang="ko-KR" altLang="en-US" dirty="0">
                <a:hlinkClick r:id="rId2"/>
              </a:rPr>
              <a:t> </a:t>
            </a:r>
            <a:r>
              <a:rPr lang="en-US" altLang="ko-KR" dirty="0">
                <a:hlinkClick r:id="rId2"/>
              </a:rPr>
              <a:t>(kedi.re.kr)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891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212</Words>
  <Application>Microsoft Office PowerPoint</Application>
  <PresentationFormat>와이드스크린</PresentationFormat>
  <Paragraphs>12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프로젝트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기획서</dc:title>
  <dc:creator>Shin</dc:creator>
  <cp:lastModifiedBy>Shin</cp:lastModifiedBy>
  <cp:revision>14</cp:revision>
  <dcterms:created xsi:type="dcterms:W3CDTF">2024-07-08T01:46:11Z</dcterms:created>
  <dcterms:modified xsi:type="dcterms:W3CDTF">2024-07-11T08:36:46Z</dcterms:modified>
</cp:coreProperties>
</file>